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30059" y="3583914"/>
            <a:ext cx="6996024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</a:t>
            </a:r>
            <a:r>
              <a:rPr lang="en-US" dirty="0">
                <a:solidFill>
                  <a:schemeClr val="tx1"/>
                </a:solidFill>
              </a:rPr>
              <a:t>Samyak Biswas 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</a:t>
            </a:r>
            <a:r>
              <a:rPr lang="en-US" dirty="0">
                <a:solidFill>
                  <a:schemeClr val="tx1"/>
                </a:solidFill>
              </a:rPr>
              <a:t>University of Engineering and Management, Kolkata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958007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130059" y="4576469"/>
            <a:ext cx="635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 STU ID :  </a:t>
            </a:r>
            <a:r>
              <a:rPr lang="en-IN" b="1" dirty="0"/>
              <a:t>STU68cc048fb52df1758200975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875556"/>
            <a:ext cx="7527764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800" dirty="0"/>
              <a:t>Agricultural performance varies across different seasons due to changes in environmental conditions, farming practices, resource availability and market conditions.</a:t>
            </a:r>
          </a:p>
          <a:p>
            <a:endParaRPr lang="en-IN" sz="2800" dirty="0"/>
          </a:p>
          <a:p>
            <a:r>
              <a:rPr lang="en-IN" sz="2800" dirty="0"/>
              <a:t>The raw agricultural dataset does not clearly show how yield, profitability, resource usage and other performance indicators change across seasons.</a:t>
            </a:r>
          </a:p>
          <a:p>
            <a:endParaRPr lang="en-IN" sz="2800" dirty="0"/>
          </a:p>
          <a:p>
            <a:r>
              <a:rPr lang="en-IN" sz="2800" dirty="0"/>
              <a:t>Therefore, this project focuses on </a:t>
            </a:r>
            <a:r>
              <a:rPr lang="en-IN" sz="2800" dirty="0" err="1"/>
              <a:t>analyzing</a:t>
            </a:r>
            <a:r>
              <a:rPr lang="en-IN" sz="2800" dirty="0"/>
              <a:t> agricultural data to identify seasonal patterns, trends, relationships and differences in agricultural performance.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8794152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IN" sz="1800" dirty="0"/>
              <a:t>This project analyses farm-level agricultural data across Kharif, Rabi and Zaid seasons.</a:t>
            </a:r>
            <a:br>
              <a:rPr lang="en-IN" sz="1800" dirty="0"/>
            </a:br>
            <a:r>
              <a:rPr lang="en-IN" sz="1800" b="0" dirty="0"/>
              <a:t>The analysis includes data cleaning, exploratory data analysis, statistical analysis and visualization to understand differences in:</a:t>
            </a:r>
            <a:br>
              <a:rPr lang="en-IN" sz="1800" b="0" dirty="0"/>
            </a:br>
            <a:r>
              <a:rPr lang="en-IN" sz="1800" dirty="0"/>
              <a:t>• Crop yield</a:t>
            </a:r>
            <a:br>
              <a:rPr lang="en-IN" sz="1800" dirty="0"/>
            </a:br>
            <a:r>
              <a:rPr lang="en-IN" sz="1800" dirty="0"/>
              <a:t>• Profitability</a:t>
            </a:r>
            <a:br>
              <a:rPr lang="en-IN" sz="1800" dirty="0"/>
            </a:br>
            <a:r>
              <a:rPr lang="en-IN" sz="1800" dirty="0"/>
              <a:t>• Water usage and efficiency</a:t>
            </a:r>
            <a:br>
              <a:rPr lang="en-IN" sz="1800" dirty="0"/>
            </a:br>
            <a:r>
              <a:rPr lang="en-IN" sz="1800" dirty="0"/>
              <a:t>• Irrigation methods</a:t>
            </a:r>
            <a:br>
              <a:rPr lang="en-IN" sz="1800" dirty="0"/>
            </a:br>
            <a:r>
              <a:rPr lang="en-IN" sz="1800" dirty="0"/>
              <a:t>• Environmental conditions</a:t>
            </a:r>
            <a:br>
              <a:rPr lang="en-IN" sz="1800" dirty="0"/>
            </a:br>
            <a:r>
              <a:rPr lang="en-IN" sz="1800" dirty="0"/>
              <a:t>• Disease and pest risk</a:t>
            </a:r>
            <a:br>
              <a:rPr lang="en-IN" sz="1800" dirty="0"/>
            </a:br>
            <a:r>
              <a:rPr lang="en-IN" sz="1800" dirty="0"/>
              <a:t>• Crop and regional performance</a:t>
            </a:r>
            <a:br>
              <a:rPr lang="en-IN" sz="1800" dirty="0"/>
            </a:br>
            <a:br>
              <a:rPr lang="en-IN" sz="1800" b="0" dirty="0"/>
            </a:br>
            <a:r>
              <a:rPr lang="en-IN" sz="1800" b="0" dirty="0"/>
              <a:t>The final objective is to generate meaningful insights and data-driven recommendations for better seasonal agricultural planning.</a:t>
            </a:r>
            <a:br>
              <a:rPr lang="en-IN" sz="1800" b="0" dirty="0"/>
            </a:br>
            <a:br>
              <a:rPr lang="en-GB" sz="1200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613140"/>
            <a:ext cx="7904481" cy="4737337"/>
          </a:xfrm>
        </p:spPr>
        <p:txBody>
          <a:bodyPr>
            <a:normAutofit/>
          </a:bodyPr>
          <a:lstStyle/>
          <a:p>
            <a:r>
              <a:rPr lang="en-IN" sz="1800" b="1" dirty="0"/>
              <a:t>1. Farmers &amp; Farm Managers</a:t>
            </a:r>
            <a:br>
              <a:rPr lang="en-IN" sz="1800" dirty="0"/>
            </a:br>
            <a:r>
              <a:rPr lang="en-IN" sz="1800" dirty="0"/>
              <a:t>To understand seasonal crop performance and resource usage.</a:t>
            </a:r>
          </a:p>
          <a:p>
            <a:r>
              <a:rPr lang="en-IN" sz="1800" b="1" dirty="0"/>
              <a:t>2. Agricultural Planners</a:t>
            </a:r>
            <a:br>
              <a:rPr lang="en-IN" sz="1800" dirty="0"/>
            </a:br>
            <a:r>
              <a:rPr lang="en-IN" sz="1800" dirty="0"/>
              <a:t>To support evidence-based seasonal planning.</a:t>
            </a:r>
          </a:p>
          <a:p>
            <a:r>
              <a:rPr lang="en-IN" sz="1800" b="1" dirty="0"/>
              <a:t>3. Irrigation &amp; Resource Managers</a:t>
            </a:r>
            <a:br>
              <a:rPr lang="en-IN" sz="1800" dirty="0"/>
            </a:br>
            <a:r>
              <a:rPr lang="en-IN" sz="1800" dirty="0"/>
              <a:t>To understand water usage and efficiency.</a:t>
            </a:r>
          </a:p>
          <a:p>
            <a:r>
              <a:rPr lang="en-IN" sz="1800" b="1" dirty="0"/>
              <a:t>4. Agricultural Businesses</a:t>
            </a:r>
            <a:br>
              <a:rPr lang="en-IN" sz="1800" dirty="0"/>
            </a:br>
            <a:r>
              <a:rPr lang="en-IN" sz="1800" dirty="0"/>
              <a:t>To evaluate crop performance and profitability.</a:t>
            </a:r>
          </a:p>
          <a:p>
            <a:r>
              <a:rPr lang="en-IN" sz="1800" b="1" dirty="0"/>
              <a:t>5. Researchers &amp; Data Analysts</a:t>
            </a:r>
            <a:br>
              <a:rPr lang="en-IN" sz="1800" dirty="0"/>
            </a:br>
            <a:r>
              <a:rPr lang="en-IN" sz="1800" dirty="0"/>
              <a:t>To study agricultural patterns and develop improved analytical models.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2754" y="1432560"/>
            <a:ext cx="7988061" cy="52434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Programming Language:</a:t>
            </a:r>
            <a:r>
              <a:rPr lang="en-IN" dirty="0"/>
              <a:t> Python</a:t>
            </a:r>
          </a:p>
          <a:p>
            <a:pPr marL="0" indent="0">
              <a:buNone/>
            </a:pPr>
            <a:r>
              <a:rPr lang="en-IN" b="1" dirty="0"/>
              <a:t>Development Environment:</a:t>
            </a:r>
            <a:r>
              <a:rPr lang="en-IN" dirty="0"/>
              <a:t> Jupyter Notebook</a:t>
            </a:r>
          </a:p>
          <a:p>
            <a:pPr marL="0" indent="0">
              <a:buNone/>
            </a:pPr>
            <a:r>
              <a:rPr lang="en-IN" b="1" dirty="0"/>
              <a:t>Libraries: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Pandas – Data cleaning and analysis</a:t>
            </a:r>
            <a:br>
              <a:rPr lang="en-IN" dirty="0"/>
            </a:br>
            <a:r>
              <a:rPr lang="en-IN" dirty="0"/>
              <a:t>• NumPy – Numerical calculations</a:t>
            </a:r>
            <a:br>
              <a:rPr lang="en-IN" dirty="0"/>
            </a:br>
            <a:r>
              <a:rPr lang="en-IN" dirty="0"/>
              <a:t>• Matplotlib – Data visualization</a:t>
            </a:r>
            <a:br>
              <a:rPr lang="en-IN" dirty="0"/>
            </a:br>
            <a:r>
              <a:rPr lang="en-IN" dirty="0"/>
              <a:t>• SciPy – Statistical analysis</a:t>
            </a:r>
          </a:p>
          <a:p>
            <a:pPr marL="0" indent="0">
              <a:buNone/>
            </a:pPr>
            <a:r>
              <a:rPr lang="en-IN" b="1" dirty="0"/>
              <a:t>Dataset:</a:t>
            </a:r>
            <a:r>
              <a:rPr lang="en-IN" dirty="0"/>
              <a:t> CSV-based agricultural dataset</a:t>
            </a:r>
          </a:p>
          <a:p>
            <a:pPr marL="0" indent="0">
              <a:buNone/>
            </a:pPr>
            <a:r>
              <a:rPr lang="en-IN" b="1" dirty="0"/>
              <a:t>Techniques:</a:t>
            </a:r>
            <a:br>
              <a:rPr lang="en-IN" dirty="0"/>
            </a:br>
            <a:r>
              <a:rPr lang="en-IN" dirty="0"/>
              <a:t>Data Cleaning, Exploratory Data Analysis, Correlation Analysis, Statistical Testing and Data Visualization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7959085" cy="81123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Future scope</a:t>
            </a:r>
            <a:br>
              <a:rPr lang="en-IN" sz="4000" dirty="0"/>
            </a:br>
            <a:br>
              <a:rPr lang="en-IN" sz="4000" dirty="0"/>
            </a:br>
            <a:r>
              <a:rPr lang="en-IN" sz="2000" b="0" dirty="0"/>
              <a:t>• Use multi-year agricultural data for more reliable seasonal analysis.</a:t>
            </a:r>
            <a:br>
              <a:rPr lang="en-IN" sz="2000" b="0" dirty="0"/>
            </a:br>
            <a:br>
              <a:rPr lang="en-IN" sz="2000" b="0" dirty="0"/>
            </a:br>
            <a:r>
              <a:rPr lang="en-IN" sz="2000" b="0" dirty="0"/>
              <a:t>• Integrate historical and forecasted weather data.</a:t>
            </a:r>
            <a:br>
              <a:rPr lang="en-IN" sz="2000" b="0" dirty="0"/>
            </a:br>
            <a:br>
              <a:rPr lang="en-IN" sz="2000" b="0" dirty="0"/>
            </a:br>
            <a:r>
              <a:rPr lang="en-IN" sz="2000" b="0" dirty="0"/>
              <a:t>• Develop crop- and region-specific recommendation systems.</a:t>
            </a:r>
            <a:br>
              <a:rPr lang="en-IN" sz="2000" b="0" dirty="0"/>
            </a:br>
            <a:br>
              <a:rPr lang="en-IN" sz="2000" b="0" dirty="0"/>
            </a:br>
            <a:r>
              <a:rPr lang="en-IN" sz="2000" b="0" dirty="0"/>
              <a:t>• Build machine-learning models for yield and profit prediction.</a:t>
            </a:r>
            <a:br>
              <a:rPr lang="en-IN" sz="2000" b="0" dirty="0"/>
            </a:br>
            <a:br>
              <a:rPr lang="en-IN" sz="2000" b="0" dirty="0"/>
            </a:br>
            <a:r>
              <a:rPr lang="en-IN" sz="2000" b="0" dirty="0"/>
              <a:t>• Include market-price forecasting.</a:t>
            </a:r>
            <a:br>
              <a:rPr lang="en-IN" sz="2000" b="0" dirty="0"/>
            </a:br>
            <a:br>
              <a:rPr lang="en-IN" sz="2000" b="0" dirty="0"/>
            </a:br>
            <a:r>
              <a:rPr lang="en-IN" sz="2000" b="0" dirty="0"/>
              <a:t>• Develop an interactive agricultural dashboard.</a:t>
            </a:r>
            <a:br>
              <a:rPr lang="en-IN" sz="2000" b="0" dirty="0"/>
            </a:br>
            <a:br>
              <a:rPr lang="en-IN" sz="2000" b="0" dirty="0"/>
            </a:br>
            <a:r>
              <a:rPr lang="en-IN" sz="2000" b="0" dirty="0"/>
              <a:t>• Monitor irrigation, fertilizer and pesticide efficiency over time.</a:t>
            </a:r>
            <a:br>
              <a:rPr lang="en-IN" sz="2000" b="0" dirty="0"/>
            </a:br>
            <a:br>
              <a:rPr lang="en-IN" sz="2000" b="0" dirty="0"/>
            </a:br>
            <a:endParaRPr lang="en-IN" sz="2000" b="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A8F08-2C7F-73A0-9AE6-BDEC626C5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53" y="1461602"/>
            <a:ext cx="7220681" cy="510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574</TotalTime>
  <Words>466</Words>
  <Application>Microsoft Office PowerPoint</Application>
  <PresentationFormat>Widescreen</PresentationFormat>
  <Paragraphs>41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This project analyses farm-level agricultural data across Kharif, Rabi and Zaid seasons. The analysis includes data cleaning, exploratory data analysis, statistical analysis and visualization to understand differences in: • Crop yield • Profitability • Water usage and efficiency • Irrigation methods • Environmental conditions • Disease and pest risk • Crop and regional performance  The final objective is to generate meaningful insights and data-driven recommendations for better seasonal agricultural planning.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  • Use multi-year agricultural data for more reliable seasonal analysis.  • Integrate historical and forecasted weather data.  • Develop crop- and region-specific recommendation systems.  • Build machine-learning models for yield and profit prediction.  • Include market-price forecasting.  • Develop an interactive agricultural dashboard.  • Monitor irrigation, fertilizer and pesticide efficiency over time.  </vt:lpstr>
      <vt:lpstr>GitHub Link</vt:lpstr>
      <vt:lpstr>VOIS Course completion certificate -  Course name- Data Visualization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Samyak Biswas</cp:lastModifiedBy>
  <cp:revision>99</cp:revision>
  <dcterms:created xsi:type="dcterms:W3CDTF">2021-07-11T13:13:15Z</dcterms:created>
  <dcterms:modified xsi:type="dcterms:W3CDTF">2026-09-03T15:47:22Z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